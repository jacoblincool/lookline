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a7a99439c144b4" /><Relationship Type="http://schemas.openxmlformats.org/officeDocument/2006/relationships/extended-properties" Target="/docProps/app.xml" Id="Rae7270a98060486e" /><Relationship Type="http://schemas.openxmlformats.org/officeDocument/2006/relationships/officeDocument" Target="/ppt/presentation.xml" Id="Rd9aa3333196d49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5a28aadcdb4b7e"/>
  </p:sldMasterIdLst>
  <p:notesMasterIdLst>
    <p:notesMasterId xmlns:r="http://schemas.openxmlformats.org/officeDocument/2006/relationships" r:id="R51eb19dd724741f0"/>
  </p:notesMasterIdLst>
  <p:sldIdLst>
    <p:sldId xmlns:r="http://schemas.openxmlformats.org/officeDocument/2006/relationships" id="256" r:id="R3c72b627434d4e32"/>
    <p:sldId xmlns:r="http://schemas.openxmlformats.org/officeDocument/2006/relationships" id="257" r:id="R58271f737c674626"/>
    <p:sldId xmlns:r="http://schemas.openxmlformats.org/officeDocument/2006/relationships" id="258" r:id="R980fd3806388492f"/>
    <p:sldId xmlns:r="http://schemas.openxmlformats.org/officeDocument/2006/relationships" id="259" r:id="Rb4cc602e05aa4c8d"/>
    <p:sldId xmlns:r="http://schemas.openxmlformats.org/officeDocument/2006/relationships" id="260" r:id="R1860f03eb9734a8b"/>
    <p:sldId xmlns:r="http://schemas.openxmlformats.org/officeDocument/2006/relationships" id="261" r:id="Rc8cdd7f28dd0496f"/>
    <p:sldId xmlns:r="http://schemas.openxmlformats.org/officeDocument/2006/relationships" id="262" r:id="R387f8824b7fe4840"/>
    <p:sldId xmlns:r="http://schemas.openxmlformats.org/officeDocument/2006/relationships" id="263" r:id="Re98521bbb0d541ab"/>
    <p:sldId xmlns:r="http://schemas.openxmlformats.org/officeDocument/2006/relationships" id="264" r:id="R07359df7e4074afe"/>
    <p:sldId xmlns:r="http://schemas.openxmlformats.org/officeDocument/2006/relationships" id="265" r:id="R045fc9d13e434ace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e8b55a8c464762" /><Relationship Type="http://schemas.openxmlformats.org/officeDocument/2006/relationships/slideMaster" Target="/ppt/slideMasters/slideMaster1.xml" Id="R1e5a28aadcdb4b7e" /><Relationship Type="http://schemas.openxmlformats.org/officeDocument/2006/relationships/notesMaster" Target="/ppt/notesMasters/notesMaster1.xml" Id="R51eb19dd724741f0" /><Relationship Type="http://schemas.openxmlformats.org/officeDocument/2006/relationships/presProps" Target="/ppt/presProps.xml" Id="Rb4e582508e0d463f" /><Relationship Type="http://schemas.openxmlformats.org/officeDocument/2006/relationships/tableStyles" Target="/ppt/tableStyles.xml" Id="R609568f736144131" /><Relationship Type="http://schemas.openxmlformats.org/officeDocument/2006/relationships/slide" Target="/ppt/slides/slide1.xml" Id="R3c72b627434d4e32" /><Relationship Type="http://schemas.openxmlformats.org/officeDocument/2006/relationships/slide" Target="/ppt/slides/slide2.xml" Id="R58271f737c674626" /><Relationship Type="http://schemas.openxmlformats.org/officeDocument/2006/relationships/slide" Target="/ppt/slides/slide3.xml" Id="R980fd3806388492f" /><Relationship Type="http://schemas.openxmlformats.org/officeDocument/2006/relationships/slide" Target="/ppt/slides/slide4.xml" Id="Rb4cc602e05aa4c8d" /><Relationship Type="http://schemas.openxmlformats.org/officeDocument/2006/relationships/slide" Target="/ppt/slides/slide5.xml" Id="R1860f03eb9734a8b" /><Relationship Type="http://schemas.openxmlformats.org/officeDocument/2006/relationships/slide" Target="/ppt/slides/slide6.xml" Id="Rc8cdd7f28dd0496f" /><Relationship Type="http://schemas.openxmlformats.org/officeDocument/2006/relationships/slide" Target="/ppt/slides/slide7.xml" Id="R387f8824b7fe4840" /><Relationship Type="http://schemas.openxmlformats.org/officeDocument/2006/relationships/slide" Target="/ppt/slides/slide8.xml" Id="Re98521bbb0d541ab" /><Relationship Type="http://schemas.openxmlformats.org/officeDocument/2006/relationships/slide" Target="/ppt/slides/slide9.xml" Id="R07359df7e4074afe" /><Relationship Type="http://schemas.openxmlformats.org/officeDocument/2006/relationships/slide" Target="/ppt/slides/slide10.xml" Id="R045fc9d13e434a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44399d519944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e7cb04d9d34949" /><Relationship Type="http://schemas.openxmlformats.org/officeDocument/2006/relationships/notesMaster" Target="/ppt/notesMasters/notesMaster1.xml" Id="Ra8d90b627eef48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6691bdc98b419d" /><Relationship Type="http://schemas.openxmlformats.org/officeDocument/2006/relationships/notesMaster" Target="/ppt/notesMasters/notesMaster1.xml" Id="R4c5dd6c99d6348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bc33aa9d534790" /><Relationship Type="http://schemas.openxmlformats.org/officeDocument/2006/relationships/notesMaster" Target="/ppt/notesMasters/notesMaster1.xml" Id="R6942433c900b4e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41b6fd1e5846c8" /><Relationship Type="http://schemas.openxmlformats.org/officeDocument/2006/relationships/notesMaster" Target="/ppt/notesMasters/notesMaster1.xml" Id="Rc0ab8165b04942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fcb46d656d4c7e" /><Relationship Type="http://schemas.openxmlformats.org/officeDocument/2006/relationships/notesMaster" Target="/ppt/notesMasters/notesMaster1.xml" Id="Rbb391b6f5eaa46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31a109e5394c97" /><Relationship Type="http://schemas.openxmlformats.org/officeDocument/2006/relationships/notesMaster" Target="/ppt/notesMasters/notesMaster1.xml" Id="R2086393c924f47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b3f2c73c234876" /><Relationship Type="http://schemas.openxmlformats.org/officeDocument/2006/relationships/notesMaster" Target="/ppt/notesMasters/notesMaster1.xml" Id="R57a5140dd1144c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3d87a2079f4b05" /><Relationship Type="http://schemas.openxmlformats.org/officeDocument/2006/relationships/notesMaster" Target="/ppt/notesMasters/notesMaster1.xml" Id="Rdc2670c9d32a42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127108422d4269" /><Relationship Type="http://schemas.openxmlformats.org/officeDocument/2006/relationships/notesMaster" Target="/ppt/notesMasters/notesMaster1.xml" Id="R56c154407b5540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23eede70e442ec" /><Relationship Type="http://schemas.openxmlformats.org/officeDocument/2006/relationships/notesMaster" Target="/ppt/notesMasters/notesMaster1.xml" Id="R0a2049ee4f3947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b9e4d80ecb46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150436bb434f15" /><Relationship Type="http://schemas.openxmlformats.org/officeDocument/2006/relationships/slideLayout" Target="/ppt/slideLayouts/slideLayout1.xml" Id="R717500dcdb3145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7500dcdb3145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631891a1a4c03" /><Relationship Type="http://schemas.openxmlformats.org/officeDocument/2006/relationships/image" Target="/ppt/media/image.png" Id="R1a6965008af748f0" /><Relationship Type="http://schemas.openxmlformats.org/officeDocument/2006/relationships/notesSlide" Target="/ppt/notesSlides/notesSlide1.xml" Id="R371bc94f289b45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526c7a5f648ac" /><Relationship Type="http://schemas.openxmlformats.org/officeDocument/2006/relationships/image" Target="/ppt/media/image2.png" Id="Rc0212a3c96354a16" /><Relationship Type="http://schemas.openxmlformats.org/officeDocument/2006/relationships/notesSlide" Target="/ppt/notesSlides/notesSlide2.xml" Id="R4bb4d6e108414c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c0558555145c9" /><Relationship Type="http://schemas.openxmlformats.org/officeDocument/2006/relationships/image" Target="/ppt/media/image3.png" Id="Re39a22b739c847e3" /><Relationship Type="http://schemas.openxmlformats.org/officeDocument/2006/relationships/notesSlide" Target="/ppt/notesSlides/notesSlide3.xml" Id="R4cd904704c3049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50094761e4be7" /><Relationship Type="http://schemas.openxmlformats.org/officeDocument/2006/relationships/image" Target="/ppt/media/image4.png" Id="R0abb54280c314bfa" /><Relationship Type="http://schemas.openxmlformats.org/officeDocument/2006/relationships/notesSlide" Target="/ppt/notesSlides/notesSlide4.xml" Id="R89a66a7c952344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2830d32ed45ea" /><Relationship Type="http://schemas.openxmlformats.org/officeDocument/2006/relationships/image" Target="/ppt/media/image5.png" Id="Rd911313014bc4c80" /><Relationship Type="http://schemas.openxmlformats.org/officeDocument/2006/relationships/notesSlide" Target="/ppt/notesSlides/notesSlide5.xml" Id="Rcf8886f307f74d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8a1d1914d40a0" /><Relationship Type="http://schemas.openxmlformats.org/officeDocument/2006/relationships/image" Target="/ppt/media/image6.png" Id="Rd34dc1cb8ee84081" /><Relationship Type="http://schemas.openxmlformats.org/officeDocument/2006/relationships/notesSlide" Target="/ppt/notesSlides/notesSlide6.xml" Id="R81be5ceaa10446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23a3a72d042fc" /><Relationship Type="http://schemas.openxmlformats.org/officeDocument/2006/relationships/image" Target="/ppt/media/image7.png" Id="Rac0988ba3e6647c3" /><Relationship Type="http://schemas.openxmlformats.org/officeDocument/2006/relationships/notesSlide" Target="/ppt/notesSlides/notesSlide7.xml" Id="Rb7a5131cedf24b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b979caf8e4769" /><Relationship Type="http://schemas.openxmlformats.org/officeDocument/2006/relationships/image" Target="/ppt/media/image8.png" Id="R000346d6745d4d57" /><Relationship Type="http://schemas.openxmlformats.org/officeDocument/2006/relationships/notesSlide" Target="/ppt/notesSlides/notesSlide8.xml" Id="R1497e755ea1b41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49beec05841ea" /><Relationship Type="http://schemas.openxmlformats.org/officeDocument/2006/relationships/image" Target="/ppt/media/image9.png" Id="R3da087910c02425b" /><Relationship Type="http://schemas.openxmlformats.org/officeDocument/2006/relationships/notesSlide" Target="/ppt/notesSlides/notesSlide9.xml" Id="Rb27e7ef352c64f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19cc3633a4f75" /><Relationship Type="http://schemas.openxmlformats.org/officeDocument/2006/relationships/image" Target="/ppt/media/image10.png" Id="R5d9c1463f8cb4558" /><Relationship Type="http://schemas.openxmlformats.org/officeDocument/2006/relationships/notesSlide" Target="/ppt/notesSlides/notesSlide10.xml" Id="R1df8bd14af2e45f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965008af748f0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825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12a3c96354a16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3278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a22b739c847e3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333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b54280c314bfa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5822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1313014bc4c80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40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dc1cb8ee84081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988ba3e6647c3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15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346d6745d4d57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7860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087910c02425b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92253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c1463f8cb4558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371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2026-09-20T02:53:21.0260000Z</dcterms:created>
  <dcterms:modified xsi:type="dcterms:W3CDTF">2026-09-20T02:53:21.0260000Z</dcterms:modified>
</coreProperties>
</file>