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7479510ac2466f" /><Relationship Type="http://schemas.openxmlformats.org/officeDocument/2006/relationships/extended-properties" Target="/docProps/app.xml" Id="Rbb1e2953df88446e" /><Relationship Type="http://schemas.openxmlformats.org/officeDocument/2006/relationships/officeDocument" Target="/ppt/presentation.xml" Id="Ra08fbbd728cc45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7f3a0458d544a7"/>
  </p:sldMasterIdLst>
  <p:notesMasterIdLst>
    <p:notesMasterId xmlns:r="http://schemas.openxmlformats.org/officeDocument/2006/relationships" r:id="R18e9c475a2db45d4"/>
  </p:notesMasterIdLst>
  <p:sldIdLst>
    <p:sldId xmlns:r="http://schemas.openxmlformats.org/officeDocument/2006/relationships" id="256" r:id="R403be8cebe7f42a7"/>
    <p:sldId xmlns:r="http://schemas.openxmlformats.org/officeDocument/2006/relationships" id="257" r:id="R4e66d66348d94c08"/>
    <p:sldId xmlns:r="http://schemas.openxmlformats.org/officeDocument/2006/relationships" id="258" r:id="Rc72a903841fd4d65"/>
    <p:sldId xmlns:r="http://schemas.openxmlformats.org/officeDocument/2006/relationships" id="259" r:id="Rf2cf684be517406a"/>
    <p:sldId xmlns:r="http://schemas.openxmlformats.org/officeDocument/2006/relationships" id="260" r:id="R15e99792a56f4332"/>
    <p:sldId xmlns:r="http://schemas.openxmlformats.org/officeDocument/2006/relationships" id="261" r:id="Rf7f8b490a6314f16"/>
    <p:sldId xmlns:r="http://schemas.openxmlformats.org/officeDocument/2006/relationships" id="262" r:id="R467247aa330f41a6"/>
    <p:sldId xmlns:r="http://schemas.openxmlformats.org/officeDocument/2006/relationships" id="263" r:id="Ra3c4a4726f0e4f24"/>
    <p:sldId xmlns:r="http://schemas.openxmlformats.org/officeDocument/2006/relationships" id="264" r:id="R350635dd89ec4391"/>
    <p:sldId xmlns:r="http://schemas.openxmlformats.org/officeDocument/2006/relationships" id="265" r:id="R78e7e067a3b74e6d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93d3725b674356" /><Relationship Type="http://schemas.openxmlformats.org/officeDocument/2006/relationships/slideMaster" Target="/ppt/slideMasters/slideMaster1.xml" Id="R4c7f3a0458d544a7" /><Relationship Type="http://schemas.openxmlformats.org/officeDocument/2006/relationships/notesMaster" Target="/ppt/notesMasters/notesMaster1.xml" Id="R18e9c475a2db45d4" /><Relationship Type="http://schemas.openxmlformats.org/officeDocument/2006/relationships/presProps" Target="/ppt/presProps.xml" Id="Rf766738f6b9040eb" /><Relationship Type="http://schemas.openxmlformats.org/officeDocument/2006/relationships/tableStyles" Target="/ppt/tableStyles.xml" Id="Rcd6b6a5a668e490a" /><Relationship Type="http://schemas.openxmlformats.org/officeDocument/2006/relationships/slide" Target="/ppt/slides/slide1.xml" Id="R403be8cebe7f42a7" /><Relationship Type="http://schemas.openxmlformats.org/officeDocument/2006/relationships/slide" Target="/ppt/slides/slide2.xml" Id="R4e66d66348d94c08" /><Relationship Type="http://schemas.openxmlformats.org/officeDocument/2006/relationships/slide" Target="/ppt/slides/slide3.xml" Id="Rc72a903841fd4d65" /><Relationship Type="http://schemas.openxmlformats.org/officeDocument/2006/relationships/slide" Target="/ppt/slides/slide4.xml" Id="Rf2cf684be517406a" /><Relationship Type="http://schemas.openxmlformats.org/officeDocument/2006/relationships/slide" Target="/ppt/slides/slide5.xml" Id="R15e99792a56f4332" /><Relationship Type="http://schemas.openxmlformats.org/officeDocument/2006/relationships/slide" Target="/ppt/slides/slide6.xml" Id="Rf7f8b490a6314f16" /><Relationship Type="http://schemas.openxmlformats.org/officeDocument/2006/relationships/slide" Target="/ppt/slides/slide7.xml" Id="R467247aa330f41a6" /><Relationship Type="http://schemas.openxmlformats.org/officeDocument/2006/relationships/slide" Target="/ppt/slides/slide8.xml" Id="Ra3c4a4726f0e4f24" /><Relationship Type="http://schemas.openxmlformats.org/officeDocument/2006/relationships/slide" Target="/ppt/slides/slide9.xml" Id="R350635dd89ec4391" /><Relationship Type="http://schemas.openxmlformats.org/officeDocument/2006/relationships/slide" Target="/ppt/slides/slide10.xml" Id="R78e7e067a3b74e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4c9f81b7d4d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c46c8223ea44ed" /><Relationship Type="http://schemas.openxmlformats.org/officeDocument/2006/relationships/notesMaster" Target="/ppt/notesMasters/notesMaster1.xml" Id="R589922f7115146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610e67b09449fb" /><Relationship Type="http://schemas.openxmlformats.org/officeDocument/2006/relationships/notesMaster" Target="/ppt/notesMasters/notesMaster1.xml" Id="R76fdf3a4a5754af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146c15d3094622" /><Relationship Type="http://schemas.openxmlformats.org/officeDocument/2006/relationships/notesMaster" Target="/ppt/notesMasters/notesMaster1.xml" Id="Rd9d237a7597042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f6df1db6db4144" /><Relationship Type="http://schemas.openxmlformats.org/officeDocument/2006/relationships/notesMaster" Target="/ppt/notesMasters/notesMaster1.xml" Id="R63c53a1e1c094e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d84a2898a24353" /><Relationship Type="http://schemas.openxmlformats.org/officeDocument/2006/relationships/notesMaster" Target="/ppt/notesMasters/notesMaster1.xml" Id="R9e047e7ade91479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2052fb723d34bfa" /><Relationship Type="http://schemas.openxmlformats.org/officeDocument/2006/relationships/notesMaster" Target="/ppt/notesMasters/notesMaster1.xml" Id="Rb253d6edfcee41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598e25ba36418a" /><Relationship Type="http://schemas.openxmlformats.org/officeDocument/2006/relationships/notesMaster" Target="/ppt/notesMasters/notesMaster1.xml" Id="R1cc3fe2f02ea47b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660661c3a9435d" /><Relationship Type="http://schemas.openxmlformats.org/officeDocument/2006/relationships/notesMaster" Target="/ppt/notesMasters/notesMaster1.xml" Id="Rd4b877234c7e42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893f4d34014f88" /><Relationship Type="http://schemas.openxmlformats.org/officeDocument/2006/relationships/notesMaster" Target="/ppt/notesMasters/notesMaster1.xml" Id="R7263154bd3be48f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db211e3d994e5c" /><Relationship Type="http://schemas.openxmlformats.org/officeDocument/2006/relationships/notesMaster" Target="/ppt/notesMasters/notesMaster1.xml" Id="R13cf940c457a41b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a8a64c026944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5b2b88d55d4bdf" /><Relationship Type="http://schemas.openxmlformats.org/officeDocument/2006/relationships/slideLayout" Target="/ppt/slideLayouts/slideLayout1.xml" Id="Rf780aef38c6947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80aef38c6947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5e1c456c94165" /><Relationship Type="http://schemas.openxmlformats.org/officeDocument/2006/relationships/image" Target="/ppt/media/image.png" Id="Rd3fc7442bdac48c4" /><Relationship Type="http://schemas.openxmlformats.org/officeDocument/2006/relationships/notesSlide" Target="/ppt/notesSlides/notesSlide1.xml" Id="R3ff809e28c634d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70237fc2c4300" /><Relationship Type="http://schemas.openxmlformats.org/officeDocument/2006/relationships/image" Target="/ppt/media/image2.png" Id="R2311d01311e1413d" /><Relationship Type="http://schemas.openxmlformats.org/officeDocument/2006/relationships/notesSlide" Target="/ppt/notesSlides/notesSlide2.xml" Id="R4785f360965445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2612716494b23" /><Relationship Type="http://schemas.openxmlformats.org/officeDocument/2006/relationships/image" Target="/ppt/media/image3.png" Id="R523e64a851e54f01" /><Relationship Type="http://schemas.openxmlformats.org/officeDocument/2006/relationships/notesSlide" Target="/ppt/notesSlides/notesSlide3.xml" Id="Rd6c45be442bb47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5d8836bc8e4dbe" /><Relationship Type="http://schemas.openxmlformats.org/officeDocument/2006/relationships/image" Target="/ppt/media/image4.png" Id="R38290a88d2eb4fb9" /><Relationship Type="http://schemas.openxmlformats.org/officeDocument/2006/relationships/notesSlide" Target="/ppt/notesSlides/notesSlide4.xml" Id="Rfb8f972101da45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8a59634f949c7" /><Relationship Type="http://schemas.openxmlformats.org/officeDocument/2006/relationships/image" Target="/ppt/media/image5.png" Id="R9963a664c34a4aba" /><Relationship Type="http://schemas.openxmlformats.org/officeDocument/2006/relationships/notesSlide" Target="/ppt/notesSlides/notesSlide5.xml" Id="R5fa7bdfd1ed846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91d05938a431f" /><Relationship Type="http://schemas.openxmlformats.org/officeDocument/2006/relationships/image" Target="/ppt/media/image6.png" Id="R6c1172b7149345c0" /><Relationship Type="http://schemas.openxmlformats.org/officeDocument/2006/relationships/notesSlide" Target="/ppt/notesSlides/notesSlide6.xml" Id="R1ada234df9604f4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8159ac46f4fb6" /><Relationship Type="http://schemas.openxmlformats.org/officeDocument/2006/relationships/image" Target="/ppt/media/image7.png" Id="R307c4361a8b348a3" /><Relationship Type="http://schemas.openxmlformats.org/officeDocument/2006/relationships/notesSlide" Target="/ppt/notesSlides/notesSlide7.xml" Id="Re090a72f646d4e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308d86d4ce44f3" /><Relationship Type="http://schemas.openxmlformats.org/officeDocument/2006/relationships/image" Target="/ppt/media/image8.png" Id="R537d8d9f6d2c4811" /><Relationship Type="http://schemas.openxmlformats.org/officeDocument/2006/relationships/notesSlide" Target="/ppt/notesSlides/notesSlide8.xml" Id="R1794c5edd1f141b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460c9b44a4575" /><Relationship Type="http://schemas.openxmlformats.org/officeDocument/2006/relationships/image" Target="/ppt/media/image9.png" Id="R682eaa0e624b4aa1" /><Relationship Type="http://schemas.openxmlformats.org/officeDocument/2006/relationships/notesSlide" Target="/ppt/notesSlides/notesSlide9.xml" Id="R7500c4d4704f45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dc4cf88fd4288" /><Relationship Type="http://schemas.openxmlformats.org/officeDocument/2006/relationships/image" Target="/ppt/media/image10.png" Id="Rb61435976280437b" /><Relationship Type="http://schemas.openxmlformats.org/officeDocument/2006/relationships/notesSlide" Target="/ppt/notesSlides/notesSlide10.xml" Id="Rddbfd952725b41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fc7442bdac48c4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64769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1d01311e1413d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3413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3e64a851e54f01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276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90a88d2eb4fb9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77296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63a664c34a4aba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2259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172b7149345c0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174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c4361a8b348a3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513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d8d9f6d2c4811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1876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eaa0e624b4aa1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00242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435976280437b"/>
          <a:stretch xmlns:a="http://schemas.openxmlformats.org/drawingml/2006/main"/>
        </p:blipFill>
        <p:spPr>
          <a:xfrm xmlns:a="http://schemas.openxmlformats.org/drawingml/2006/main">
            <a:off x="5640" y="0"/>
            <a:ext cx="13704720" cy="771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02978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2026-09-20T02:55:46.7100000Z</dcterms:created>
  <dcterms:modified xsi:type="dcterms:W3CDTF">2026-09-20T02:55:46.7100000Z</dcterms:modified>
</coreProperties>
</file>